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ela Gothic One"/>
      <p:regular r:id="rId17"/>
    </p:embeddedFont>
    <p:embeddedFont>
      <p:font typeface="Dela Gothic One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59770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AI-Powered Security Scanning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34804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 how AI transforms security scanning for faster, smarter protection.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938474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Ashwini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U23IA22S0017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136112"/>
            <a:ext cx="1295781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Understanding AI in Security Systems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173742"/>
            <a:ext cx="6448663" cy="1627942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5397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5884069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analyzes complex data to identify threats instantly.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547" y="5173742"/>
            <a:ext cx="6448663" cy="1627942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7742" y="5397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47742" y="5884069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Integrating AI enhances security effectiveness and efficiency.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8677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Features of the AI Security Scanner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753683"/>
            <a:ext cx="46187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Real-time Threat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32649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and responds instantly to emerging risks.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3753683"/>
            <a:ext cx="50545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Intelligent Anomaly Detection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32649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detects unusual patterns automatically.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328404"/>
            <a:ext cx="364938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Automated Reporting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590121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detailed security analysis and actionable reports.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328404"/>
            <a:ext cx="371546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Seamless Integration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7139" y="590121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smoothly with existing infrastructure and tools.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2406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the System Operates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488430" y="2874407"/>
            <a:ext cx="30480" cy="4231124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5" name="Shape 2"/>
          <p:cNvSpPr/>
          <p:nvPr/>
        </p:nvSpPr>
        <p:spPr>
          <a:xfrm>
            <a:off x="6701671" y="3346609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6" name="Shape 3"/>
          <p:cNvSpPr/>
          <p:nvPr/>
        </p:nvSpPr>
        <p:spPr>
          <a:xfrm>
            <a:off x="6244709" y="3118128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17397" y="3148072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571661" y="309098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71661" y="3577114"/>
            <a:ext cx="63004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 and cameras feed security data continuously.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01671" y="4829175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11" name="Shape 8"/>
          <p:cNvSpPr/>
          <p:nvPr/>
        </p:nvSpPr>
        <p:spPr>
          <a:xfrm>
            <a:off x="6244709" y="460069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17397" y="463063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571661" y="4573548"/>
            <a:ext cx="45241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Machine Learning Analysis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71661" y="5059680"/>
            <a:ext cx="63004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identify threats by learning from patterns.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701671" y="6311741"/>
            <a:ext cx="649962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4709" y="608326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7397" y="6113205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571661" y="60561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Alert &amp; Action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571661" y="6542246"/>
            <a:ext cx="63004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alerts trigger automated security responses.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6164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Benefits of AI-Powered Security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755702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48726" y="27557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Higher Accuracy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3241834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threats with precision beyond human capabilities.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404883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8726" y="4048839"/>
            <a:ext cx="334268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Lower False Alarms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4534972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unnecessary alerts, saving resources.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34197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8726" y="5341977"/>
            <a:ext cx="310122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Faster Responses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5828109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Accelerates decision-making during critical situations.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63511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8726" y="66351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Cost-Efficient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8726" y="7121247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Minimizes operational costs versus traditional methods.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1181588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Use Cases of AI Security Scanning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321123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Public Surveillance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Enhances monitoring in airports and malls effectively.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4011335"/>
            <a:ext cx="330898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Corporate Security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office premises with intelligent scanning.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4011335"/>
            <a:ext cx="382178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Critical Infrastructure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Secures vital facilities against advanced threats.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6544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Implementing AI Security Systems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415784"/>
            <a:ext cx="162401" cy="832842"/>
          </a:xfrm>
          <a:prstGeom prst="roundRect">
            <a:avLst>
              <a:gd name="adj" fmla="val 5603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45632" y="3415784"/>
            <a:ext cx="34806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Integration Planning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45632" y="3901916"/>
            <a:ext cx="71400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hardware and software compatibility.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83231" y="4465201"/>
            <a:ext cx="162401" cy="832842"/>
          </a:xfrm>
          <a:prstGeom prst="roundRect">
            <a:avLst>
              <a:gd name="adj" fmla="val 5603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70553" y="4465201"/>
            <a:ext cx="334244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Installation &amp; Setup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70553" y="4951333"/>
            <a:ext cx="68151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AI modules and connect to existing devices.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408271" y="5514618"/>
            <a:ext cx="162401" cy="832842"/>
          </a:xfrm>
          <a:prstGeom prst="roundRect">
            <a:avLst>
              <a:gd name="adj" fmla="val 5603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95594" y="5514618"/>
            <a:ext cx="316706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Training &amp; Support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95594" y="6000750"/>
            <a:ext cx="649009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Educate teams on system use and maintenance.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91928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Challenges and Mitigations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9" y="3669625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4427815"/>
            <a:ext cx="23257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Privacy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44709" y="4913948"/>
            <a:ext cx="23257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encryption and anonymization to protect data.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398" y="3669625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5398" y="4427815"/>
            <a:ext cx="23258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Volume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5398" y="4913948"/>
            <a:ext cx="232588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efficient storage and processing techniques.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205" y="3669625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6205" y="4427815"/>
            <a:ext cx="232576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 Robustness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6205" y="5270182"/>
            <a:ext cx="23257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Regular updates and security audits to ensure reliability.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Trends in AI Security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6461" y="2606635"/>
            <a:ext cx="477690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Advanced Threat Prediction</a:t>
            </a:r>
            <a:endParaRPr lang="en-US" sz="2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689985"/>
            <a:ext cx="1083231" cy="129992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166461" y="3906560"/>
            <a:ext cx="49379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AI-Driven Incident Response</a:t>
            </a:r>
            <a:endParaRPr lang="en-US" sz="2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4989909"/>
            <a:ext cx="1083231" cy="129992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66461" y="5206484"/>
            <a:ext cx="390965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Expanded IoT Security</a:t>
            </a:r>
            <a:endParaRPr lang="en-US" sz="2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6289834"/>
            <a:ext cx="1083231" cy="129992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166461" y="6506408"/>
            <a:ext cx="508218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Continuous Learning Systems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880" y="595074"/>
            <a:ext cx="7630239" cy="142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6880" y="2585442"/>
            <a:ext cx="486489" cy="48648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9449" y="2615327"/>
            <a:ext cx="341352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59587" y="2585442"/>
            <a:ext cx="2845475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59587" y="3070741"/>
            <a:ext cx="6927532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boosts detection, reduces false alarms, and accelerates responses.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6880" y="4221956"/>
            <a:ext cx="486489" cy="48648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449" y="4251841"/>
            <a:ext cx="341352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459587" y="4221956"/>
            <a:ext cx="2845475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Transformation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59587" y="4707255"/>
            <a:ext cx="6927532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systems reshape security management for the future.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6880" y="5512594"/>
            <a:ext cx="486489" cy="48648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449" y="5542478"/>
            <a:ext cx="341352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459587" y="5512594"/>
            <a:ext cx="2845475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59587" y="5997893"/>
            <a:ext cx="6927532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integration carefully to maximize benefits.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56880" y="6803231"/>
            <a:ext cx="486489" cy="48648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9449" y="6833116"/>
            <a:ext cx="341352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459587" y="6803231"/>
            <a:ext cx="2845475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Stay Informed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59587" y="7288530"/>
            <a:ext cx="6927532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 to evolving AI security innovations.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2025-04-28T00:12:37Z</dcterms:created>
  <dcterms:modified xsi:type="dcterms:W3CDTF">2025-04-28T00:12:37Z</dcterms:modified>
</cp:coreProperties>
</file>